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feb65c252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feb65c252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feb65c2529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feb65c2529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feb65c2529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feb65c2529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feb65c2529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feb65c2529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eb65c2529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feb65c2529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0cd5af8cb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0cd5af8cb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0cd5af8c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0cd5af8c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VinylParadise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038100" y="2318700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Application pour collectionneurs de vinyles</a:t>
            </a:r>
            <a:endParaRPr/>
          </a:p>
        </p:txBody>
      </p:sp>
      <p:sp>
        <p:nvSpPr>
          <p:cNvPr id="136" name="Google Shape;136;p13"/>
          <p:cNvSpPr txBox="1"/>
          <p:nvPr>
            <p:ph idx="1" type="subTitle"/>
          </p:nvPr>
        </p:nvSpPr>
        <p:spPr>
          <a:xfrm>
            <a:off x="5208075" y="4063200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Yudas Amer, Kindy Ariste, Youssef Ayad, Taous Djellaoui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du projet :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VinylParadise </a:t>
            </a:r>
            <a:r>
              <a:rPr lang="fr"/>
              <a:t>est une application mobile développée en Kotlin.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Elle s’adresse aux collectionneurs de vinyles qui souhaitent acheter et vendre facilement leurs articles en ligne.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Cette application offre une interface intuitive et simplifiée pour la gestion des vinyles, incluant des options de recherche avancée et la possibilité de publier des annonces de vente.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Image conceptuelle</a:t>
            </a:r>
            <a:endParaRPr/>
          </a:p>
        </p:txBody>
      </p:sp>
      <p:pic>
        <p:nvPicPr>
          <p:cNvPr id="148" name="Google Shape;14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9975" y="277600"/>
            <a:ext cx="3506550" cy="458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43134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</a:t>
            </a:r>
            <a:r>
              <a:rPr lang="fr"/>
              <a:t>age principale </a:t>
            </a:r>
            <a:endParaRPr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1827500" y="1503950"/>
            <a:ext cx="38328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La page principale permet aux utilisateurs de </a:t>
            </a:r>
            <a:br>
              <a:rPr lang="fr"/>
            </a:br>
            <a:r>
              <a:rPr lang="fr"/>
              <a:t>naviguer par genre (ex : Jazz, Rock).</a:t>
            </a:r>
            <a:endParaRPr/>
          </a:p>
        </p:txBody>
      </p:sp>
      <p:pic>
        <p:nvPicPr>
          <p:cNvPr id="155" name="Google Shape;1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4975" y="509575"/>
            <a:ext cx="2362200" cy="41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400">
                <a:latin typeface="Lato"/>
                <a:ea typeface="Lato"/>
                <a:cs typeface="Lato"/>
                <a:sym typeface="Lato"/>
              </a:rPr>
              <a:t>La fenêtre de genre</a:t>
            </a:r>
            <a:endParaRPr sz="2500"/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A</a:t>
            </a:r>
            <a:r>
              <a:rPr lang="fr"/>
              <a:t>ffiche les vinyles disponibles dans une catégorie spécifique.</a:t>
            </a:r>
            <a:endParaRPr/>
          </a:p>
        </p:txBody>
      </p:sp>
      <p:pic>
        <p:nvPicPr>
          <p:cNvPr id="162" name="Google Shape;16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525" y="449663"/>
            <a:ext cx="2114550" cy="40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title"/>
          </p:nvPr>
        </p:nvSpPr>
        <p:spPr>
          <a:xfrm>
            <a:off x="1297500" y="393750"/>
            <a:ext cx="49917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fenêtre de détails</a:t>
            </a:r>
            <a:endParaRPr/>
          </a:p>
        </p:txBody>
      </p:sp>
      <p:sp>
        <p:nvSpPr>
          <p:cNvPr id="168" name="Google Shape;168;p18"/>
          <p:cNvSpPr txBox="1"/>
          <p:nvPr>
            <p:ph idx="1" type="body"/>
          </p:nvPr>
        </p:nvSpPr>
        <p:spPr>
          <a:xfrm>
            <a:off x="1297500" y="1567550"/>
            <a:ext cx="4624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montre les informations détaillées d’un vinyle </a:t>
            </a:r>
            <a:br>
              <a:rPr lang="fr"/>
            </a:br>
            <a:r>
              <a:rPr lang="fr"/>
              <a:t>sélectionné (titre, artiste, prix, description).</a:t>
            </a:r>
            <a:endParaRPr/>
          </a:p>
        </p:txBody>
      </p:sp>
      <p:pic>
        <p:nvPicPr>
          <p:cNvPr id="169" name="Google Shape;16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6500" y="332125"/>
            <a:ext cx="2252950" cy="467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Service externe</a:t>
            </a:r>
            <a:endParaRPr/>
          </a:p>
        </p:txBody>
      </p:sp>
      <p:sp>
        <p:nvSpPr>
          <p:cNvPr id="175" name="Google Shape;175;p19"/>
          <p:cNvSpPr txBox="1"/>
          <p:nvPr>
            <p:ph idx="1" type="body"/>
          </p:nvPr>
        </p:nvSpPr>
        <p:spPr>
          <a:xfrm>
            <a:off x="1259750" y="1567550"/>
            <a:ext cx="2738400" cy="20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Google Map</a:t>
            </a:r>
            <a:endParaRPr/>
          </a:p>
        </p:txBody>
      </p:sp>
      <p:pic>
        <p:nvPicPr>
          <p:cNvPr id="176" name="Google Shape;17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3" y="2002828"/>
            <a:ext cx="2700625" cy="152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7300" y="2002825"/>
            <a:ext cx="3204051" cy="160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>
            <p:ph idx="1" type="body"/>
          </p:nvPr>
        </p:nvSpPr>
        <p:spPr>
          <a:xfrm>
            <a:off x="4777300" y="1553100"/>
            <a:ext cx="3204000" cy="20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Ajouter des images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</a:t>
            </a:r>
            <a:r>
              <a:rPr lang="fr"/>
              <a:t>écurité</a:t>
            </a:r>
            <a:endParaRPr/>
          </a:p>
        </p:txBody>
      </p:sp>
      <p:sp>
        <p:nvSpPr>
          <p:cNvPr id="184" name="Google Shape;184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Information sensibles 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Les données des utilisateurs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/>
              <a:t>Login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/>
              <a:t>mots de passe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/>
              <a:t>historique d'achat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/>
              <a:t>historique </a:t>
            </a:r>
            <a:r>
              <a:rPr lang="fr"/>
              <a:t>de recherche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/>
              <a:t>historique de  </a:t>
            </a:r>
            <a:r>
              <a:rPr lang="fr"/>
              <a:t>communication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Sécurité recommandées 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/>
              <a:t>Stockage sécurisé des mots de passe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/>
              <a:t>Contrôle d'accès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